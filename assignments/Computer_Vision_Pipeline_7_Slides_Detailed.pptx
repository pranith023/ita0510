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4464028"/>
            <a:ext cx="6858000" cy="1194650"/>
          </a:xfrm>
        </p:spPr>
        <p:txBody>
          <a:bodyPr wrap="none" anchor="t">
            <a:normAutofit/>
          </a:bodyPr>
          <a:lstStyle>
            <a:lvl1pPr algn="r">
              <a:defRPr sz="7200" b="0" spc="-225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829878"/>
            <a:ext cx="6858000" cy="618523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6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4464028"/>
            <a:ext cx="6858000" cy="1194650"/>
          </a:xfrm>
        </p:spPr>
        <p:txBody>
          <a:bodyPr wrap="none" anchor="t">
            <a:normAutofit/>
          </a:bodyPr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3829878"/>
            <a:ext cx="6858000" cy="617822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19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825625"/>
            <a:ext cx="376891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825625"/>
            <a:ext cx="377547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906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681163"/>
            <a:ext cx="376891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2505075"/>
            <a:ext cx="376891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681163"/>
            <a:ext cx="3776661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2505075"/>
            <a:ext cx="377666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55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833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373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4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9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367161"/>
            <a:ext cx="7886700" cy="81935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987426"/>
            <a:ext cx="7886700" cy="337973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5186516"/>
            <a:ext cx="7885509" cy="682472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05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35343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489399"/>
            <a:ext cx="7885509" cy="150182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898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365125"/>
            <a:ext cx="6977064" cy="2992904"/>
          </a:xfrm>
        </p:spPr>
        <p:txBody>
          <a:bodyPr anchor="ctr"/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4501729"/>
            <a:ext cx="7884318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33283" y="786824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743200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2837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326968"/>
            <a:ext cx="7886700" cy="2511835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50581"/>
            <a:ext cx="7885509" cy="114064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289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885950"/>
            <a:ext cx="221015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2571750"/>
            <a:ext cx="21955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885950"/>
            <a:ext cx="220218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2571750"/>
            <a:ext cx="2210096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885950"/>
            <a:ext cx="2199085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2571750"/>
            <a:ext cx="2199085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232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4297503"/>
            <a:ext cx="2205038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2256354"/>
            <a:ext cx="220503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4873766"/>
            <a:ext cx="220503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4297503"/>
            <a:ext cx="2197894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256354"/>
            <a:ext cx="219789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4873765"/>
            <a:ext cx="2200805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4297503"/>
            <a:ext cx="219908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2256354"/>
            <a:ext cx="219908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4873763"/>
            <a:ext cx="220199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056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4815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66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825625"/>
            <a:ext cx="767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0774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9264" y="1593215"/>
            <a:ext cx="7086600" cy="1470025"/>
          </a:xfrm>
        </p:spPr>
        <p:txBody>
          <a:bodyPr>
            <a:normAutofit/>
          </a:bodyPr>
          <a:lstStyle/>
          <a:p>
            <a:r>
              <a:rPr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4672" y="1901952"/>
            <a:ext cx="7370064" cy="877824"/>
          </a:xfrm>
        </p:spPr>
        <p:txBody>
          <a:bodyPr>
            <a:normAutofit/>
          </a:bodyPr>
          <a:lstStyle/>
          <a:p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Stages of Visual Data Handling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47382E-EBAF-9E17-08BE-0B50F258E41A}"/>
              </a:ext>
            </a:extLst>
          </p:cNvPr>
          <p:cNvSpPr txBox="1"/>
          <p:nvPr/>
        </p:nvSpPr>
        <p:spPr>
          <a:xfrm>
            <a:off x="5449824" y="3794760"/>
            <a:ext cx="33467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Vitesh Kumar Reddy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Tharun Sai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Harsha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Sahil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Mohan Sai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Pranith Sai 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enables computers to interpret images.</a:t>
            </a:r>
          </a:p>
          <a:p>
            <a:pPr>
              <a:defRPr sz="22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Pipeline: Acquisition → Preprocessing → Feature Extraction → Recognition → Output.</a:t>
            </a:r>
          </a:p>
          <a:p>
            <a:pPr>
              <a:defRPr sz="22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in healthcare, robotics, surveillance, and autonomous driving.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Computer Vision pipeline transforms a real-world scene into meaningful digital information through a series of processing stages.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0">
              <a:lnSpc>
                <a:spcPct val="150000"/>
              </a:lnSpc>
              <a:buNone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Cameras or sensors capture real-world scenes.</a:t>
            </a:r>
          </a:p>
          <a:p>
            <a:pPr marL="342900" lvl="1" indent="0">
              <a:lnSpc>
                <a:spcPct val="150000"/>
              </a:lnSpc>
              <a:buNone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Analog signals are converted into digital images.</a:t>
            </a:r>
          </a:p>
          <a:p>
            <a:pPr marL="342900" lvl="1" indent="0">
              <a:lnSpc>
                <a:spcPct val="150000"/>
              </a:lnSpc>
              <a:buNone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Lighting, resolution, focus, and exposure affect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quality.</a:t>
            </a:r>
          </a:p>
          <a:p>
            <a:pPr marL="342900" lvl="1" indent="0">
              <a:lnSpc>
                <a:spcPct val="150000"/>
              </a:lnSpc>
              <a:buNone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Better acquisition improves system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&amp; Feature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defRPr sz="2200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noise and enhances image quality.</a:t>
            </a:r>
          </a:p>
          <a:p>
            <a:pPr>
              <a:lnSpc>
                <a:spcPct val="100000"/>
              </a:lnSpc>
              <a:defRPr sz="2200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filtering, resizing, normalization, and contrast enhancement.</a:t>
            </a:r>
          </a:p>
          <a:p>
            <a:pPr>
              <a:lnSpc>
                <a:spcPct val="100000"/>
              </a:lnSpc>
              <a:defRPr sz="2200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edges, corners, textures, and shapes.</a:t>
            </a:r>
          </a:p>
          <a:p>
            <a:pPr>
              <a:lnSpc>
                <a:spcPct val="100000"/>
              </a:lnSpc>
              <a:defRPr sz="2200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are inputs for recognition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&amp;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 sz="22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Machine Learning and Deep Learning analyze extracted features.</a:t>
            </a:r>
          </a:p>
          <a:p>
            <a:pPr marL="0" indent="0">
              <a:lnSpc>
                <a:spcPct val="150000"/>
              </a:lnSpc>
              <a:buNone/>
              <a:defRPr sz="22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Performs object detection, classification, segmentation, and tracking.</a:t>
            </a:r>
          </a:p>
          <a:p>
            <a:pPr marL="0" indent="0">
              <a:lnSpc>
                <a:spcPct val="150000"/>
              </a:lnSpc>
              <a:buNone/>
              <a:defRPr sz="22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Produces meaningful outputs for decision making.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 sz="22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Face recognition</a:t>
            </a:r>
          </a:p>
          <a:p>
            <a:pPr marL="0" indent="0">
              <a:lnSpc>
                <a:spcPct val="150000"/>
              </a:lnSpc>
              <a:buNone/>
              <a:defRPr sz="22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Medical image analysis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 sz="2200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Autonomous vehicles</a:t>
            </a:r>
          </a:p>
          <a:p>
            <a:pPr marL="0" indent="0">
              <a:lnSpc>
                <a:spcPct val="150000"/>
              </a:lnSpc>
              <a:buNone/>
              <a:defRPr sz="22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Industrial inspection</a:t>
            </a:r>
          </a:p>
          <a:p>
            <a:pPr marL="0" indent="0">
              <a:lnSpc>
                <a:spcPct val="150000"/>
              </a:lnSpc>
              <a:buNone/>
              <a:defRPr sz="22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Smart surveillance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stage is essential for accurate computer vision.</a:t>
            </a:r>
          </a:p>
          <a:p>
            <a:pPr>
              <a:defRPr sz="2200"/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High-quality input leads to better predictions.</a:t>
            </a:r>
          </a:p>
          <a:p>
            <a:pPr>
              <a:defRPr sz="2200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converts real-world images into meaningful digital information through a structured processing pipeline. </a:t>
            </a:r>
          </a:p>
          <a:p>
            <a:pPr>
              <a:defRPr sz="2200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High-quality image acquisition and effective preprocessing significantly enhance system performance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B4B4B"/>
      </a:dk2>
      <a:lt2>
        <a:srgbClr val="8ED5C1"/>
      </a:lt2>
      <a:accent1>
        <a:srgbClr val="73CBB2"/>
      </a:accent1>
      <a:accent2>
        <a:srgbClr val="AACD5B"/>
      </a:accent2>
      <a:accent3>
        <a:srgbClr val="65A9E1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47428100-C732-4B2E-A30A-5273F581A0F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16</TotalTime>
  <Words>258</Words>
  <Application>Microsoft Office PowerPoint</Application>
  <PresentationFormat>On-screen Show (4:3)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Corbel</vt:lpstr>
      <vt:lpstr>Times New Roman</vt:lpstr>
      <vt:lpstr>Depth</vt:lpstr>
      <vt:lpstr>Computer Vision Pipeline</vt:lpstr>
      <vt:lpstr>Overview</vt:lpstr>
      <vt:lpstr>Image Acquisition</vt:lpstr>
      <vt:lpstr>Preprocessing &amp; Feature Extraction</vt:lpstr>
      <vt:lpstr>Analysis &amp; Recognition</vt:lpstr>
      <vt:lpstr>Applications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viteshreddy473@gmail.com</cp:lastModifiedBy>
  <cp:revision>3</cp:revision>
  <dcterms:created xsi:type="dcterms:W3CDTF">2013-01-27T09:14:16Z</dcterms:created>
  <dcterms:modified xsi:type="dcterms:W3CDTF">2026-07-24T06:19:28Z</dcterms:modified>
  <cp:category/>
</cp:coreProperties>
</file>